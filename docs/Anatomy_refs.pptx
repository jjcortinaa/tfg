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58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4:57:03.346"/>
    </inkml:context>
    <inkml:brush xml:id="br0">
      <inkml:brushProperty name="width" value="0.07938" units="cm"/>
      <inkml:brushProperty name="height" value="0.07938" units="cm"/>
      <inkml:brushProperty name="color" value="#FFC000"/>
      <inkml:brushProperty name="ignorePressure" value="1"/>
    </inkml:brush>
  </inkml:definitions>
  <inkml:trace contextRef="#ctx0" brushRef="#br0">0 679,'94'-83,"-56"51,39-42,-57 56,1 1,1 0,0 2,1 1,25-12,-39 21,16-6,0 0,54-13,-65 20,11-1,1 1,-1 2,1 0,0 2,29 3,9-1,909-2,-955-1,0-1,-1-1,1-1,-1 0,30-13,-26 9,1 1,44-7,48-10,-7 1,-95 22,53-8,87-2,-103 12,-6 1,-1-2,0-2,1-2,75-17,-92 14,0 2,1 1,41-2,83 8,-48 0,55-13,-1 0,3-2,-98 5,71-11,43-4,110 1,-125 2,-96 10,74-1,1035 9,-564 4,2190-2,-2765 3,-1 0,67 17,-83-16,60 21,-62-18,-1-2,1 0,0-1,0 0,28 2,56-6,-56-1,-1 1,83 13,-86-7,-22-4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4:57:10.903"/>
    </inkml:context>
    <inkml:brush xml:id="br0">
      <inkml:brushProperty name="width" value="0.07938" units="cm"/>
      <inkml:brushProperty name="height" value="0.07938" units="cm"/>
      <inkml:brushProperty name="color" value="#FFC000"/>
      <inkml:brushProperty name="ignorePressure" value="1"/>
    </inkml:brush>
  </inkml:definitions>
  <inkml:trace contextRef="#ctx0" brushRef="#br0">0 1802,'5'-1,"1"-1,-1 0,0 0,0-1,-1 1,1-1,0 0,-1-1,0 1,1-1,-1 0,-1 0,6-7,10-13,-13 14,1 0,1 1,0-1,0 2,1-1,0 1,1 0,-1 1,21-11,-14 11,0 1,25-6,-30 10,0-1,0-1,0 0,0 0,-1-1,0 0,16-11,66-61,-62 50,-20 17,1 0,0 1,1 0,0 1,0 0,20-9,-16 9,-1 0,1-2,-2 0,1 0,-2-1,20-20,-14 13,1 1,23-16,-11 12,-18 11,0 1,0 1,26-12,-15 9,0-1,-1-2,0 0,26-21,-15 10,65-35,-22 15,-66 39,1 0,1 1,-1 0,0 1,1 1,0 0,0 0,0 2,0 0,19 0,-5 0,33-6,-27 1,-13 4,-1-2,0 0,0-2,0 0,-1-1,1 0,27-17,-29 14,0 1,1 1,0 1,1 0,27-5,24-8,68-31,-117 40,1 0,-2-1,40-30,-20 9,69-41,-96 68,1 1,0 0,0 0,0 2,0 0,28-2,-21 3,22-2,48 3,20-2,-8-17,-87 17,-1-2,1 0,-1 0,17-10,25-8,68-10,-31 9,-63 17,36-5,-12 3,81-8,18-4,-120 15,43-2,20-3,175-38,-262 47,47-7,92-3,-17 1,4 0,-123 10,0 0,0-2,0 0,0 0,0-2,24-10,-23 8,0 2,0-1,1 2,0 0,18-2,136 7,-130 1,0 0,0-3,0-2,74-13,-74 6,2 3,48-4,-20 2,-38 4,32-1,28-5,-64 7,43-2,-59 5,32 1,-1-1,48-9,-33 3,1 2,101 6,-55 1,298-2,-387 2,1 0,-1 0,0 2,27 8,17 5,-15-8,0-2,0-1,54-2,51 7,-3-1,-121-10,65-1,125 14,-119-5,156-6,-125-4,266 2,-378 2,0-1,-1 2,1 0,21 8,15 3,-16-5,53 21,-17-4,24 2,-88-26,1 0,-1-1,1 0,-1-1,1 0,-1 0,10-2,-11 1,0 0,-1 1,1-1,0 1,-1 1,1-1,0 1,-1 0,1 1,-1 0,0 0,12 5,-7-1,2-1,-1 0,1 0,-1-1,27 4,-29-7,1 1,-1 1,0-1,0 1,0 1,-1 0,1 0,-1 1,0 0,17 13,-9-2,1-1,0-1,1 0,1-2,0 0,27 11,15 20,-40-32,34 24,-45-27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4:57:40.8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828 1084,'-9'0,"-1"0,1 0,-1 1,1 0,0 1,-1 0,1 0,0 1,0 0,1 1,-1 0,1 0,-1 1,1 0,1 1,-1-1,1 1,-10 11,-20 24,28-28,-2-1,1-1,-2 0,0 0,-25 17,23-20,0 1,0 0,0 1,2 1,-1 0,1 1,1 0,0 0,1 2,0-1,1 1,0 0,-11 29,14-30,-1 1,-12 16,-6 12,13-23,-1 0,-1 0,0-1,-21 19,-14 19,7-10,33-38,0 1,0 0,1 1,1-1,0 2,0-1,0 1,-6 17,4-5,2 0,0 1,2-1,0 1,-2 48,7 9,3 92,1-140,2 0,15 46,-13-50,0 0,-2 0,4 45,-8-43,1 1,2-1,1-1,1 1,1-1,2 0,17 34,-19-46,-2 1,8 30,9 25,31 45,-30-72,-3 1,28 92,-42-107,-1-7,1 0,1 0,13 30,97 172,-87-151,-21-49,1 0,2 0,23 37,-4-13,34 77,-27-49,-19-40,-8-15,28 44,71 110,-76-132,2-2,83 79,102 64,-187-160,55 35,-60-43,52 43,-55-41,1 0,1-2,1-1,0-1,39 16,-37-18,37 25,9 5,266 129,-254-134,150 46,-151-64,1-4,0-4,104 4,192-15,-220-6,605 2,-738-2,0-2,-1-1,1-1,49-18,-38 11,63-10,66 1,128-11,-169 21,104 6,-45 3,-154 0,-1-1,1-2,42-13,-45 9,-2 2,0-1,-1-2,-1-2,0 0,45-28,3-9,2 5,133-57,-137 68,-48 19,0-1,48-37,-6 3,-35 28,1 1,2 2,0 1,66-20,28-6,-72 22,114-25,2 4,-19 4,-84 25,18-6,1 5,120-5,-22 9,28 0,-175 9,0-3,0-1,51-15,1 0,-9 3,-23 5,78-7,-105 18,-1-1,0-2,0-1,-1-2,0-1,0-2,45-21,-32 8,43-32,-82 49,-1-1,0 0,-1 0,0-1,0 0,0 0,-1 0,7-19,-6 14,0 1,-1-1,-1 1,0-1,-1-1,0 1,-1 0,-1-1,0 1,-1-1,-3-22,2 27,-1 0,1 0,-2 0,0 1,0-1,-1 0,0 1,0 0,-1 0,-1 0,1 1,-1 0,-1 0,1 0,-14-11,-127-109,121 104,1-1,2 0,0-2,2-1,1 0,-23-45,39 63,-1 0,2 0,-1 0,1 0,1 0,0-1,1 1,-1-1,2 1,0-16,1 11,1 1,0 0,1-1,1 2,0-1,0 0,8-13,-3 6,1 1,2 0,-1 1,2 1,29-34,-22 30,-2-2,-1 0,18-32,24-71,-51 111,0-1,-2 0,0-1,0 1,-2-1,0 0,2-27,-5-131,-3 86,1 72,-1 0,-1 1,-1-1,-9-28,-7-35,14 47,3 23,1 0,0 1,1-1,0 0,1 0,0 0,0 0,1 0,1 0,0 0,0 0,5-11,16-46,26-134,-43 173,5-20,-3 1,3-88,-10 111,9-44,-6 43,2-37,-4 22,0 11,-2 1,-1-1,-6-40,4 60,-1-1,0 1,0 0,-1 0,-10-15,-12-27,14 25,-2 0,-1 1,-1 1,0 0,-2 1,-25-23,-17-24,44 53,-1 0,-1 2,-1 0,0 1,-1 1,-34-18,21 13,-48-37,38 24,-53-30,65 43,-44-29,3 3,-84-41,92 54,38 18,0 1,0 1,-41-11,-4-3,52 18,-35-10,-6 3,-113-22,-15 25,-113-18,254 25,-61 4,62 1,-66-7,-79-23,-59 4,180 16,42 6,-45-2,-25 6,-3 1,-113-14,41-14,6 10,136 13,-61-1,57 5,-43-7,-24-4,0 5,-107 8,69 0,-515-2,634 2,0 0,0 1,0 1,1 1,0 1,-22 9,17-6,-219 56,226-60,0-1,-1-1,1 0,-30-1,-42 6,29 0,-80 1,83-8,-102 16,20 7,53-9,-90 25,-148 44,151-41,142-34,-25 5,0 2,-101 45,55-17,-39 21,128-58,0-1,-1 0,0-1,0 0,-18 1,15-2,1 1,-1 0,-24 11,-18 16,47-23,1-1,-2-1,1 0,-1-1,0 0,0-1,-1-1,-17 2,-4-1,-63 18,28-6,-104 31,-28 25,184-66,-1 1,1 1,1 1,-1 1,2 0,-1 2,2 0,-20 18,26-21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4:57:49.1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1079 953,'-18'1,"0"1,0 0,0 1,0 1,1 1,0 1,-28 12,-109 67,131-70,5-5,1 2,0 0,1 1,1 1,0 0,1 1,0 0,-12 20,22-29,1 1,0-1,1 1,0 0,0 0,0 0,-1 14,0 59,2-36,-2-14,-1-1,-1 1,-17 51,-42 82,-18-8,-8 20,59-108,17-40,2 0,-12 39,-67 181,13-44,72-177,0 0,2 1,1-1,0 31,-5 43,5-82,2 0,-1 0,2 1,1-1,0 0,1 0,1 0,1 0,0-1,1 1,1-1,1 0,0-1,1 0,1 0,15 21,201 304,-175-258,-29-47,1-1,1-1,2-1,34 35,116 106,-154-156,1 0,41 25,-33-23,30 24,-43-32,0 0,2-2,-1 0,1-1,1-1,23 7,30 13,99 42,-149-62,47 12,-2-2,16 16,-53-21,54 17,-23-15,58 17,-65-17,78 12,-63-14,-25-7,0-2,0-2,50-5,-11 1,465 2,-425-11,-13 1,-4 9,-44 1,108-12,-129 7,68 1,-74 5,0-3,64-9,-57 4,1 3,-1 2,68 4,-20 0,43-3,141 3,-57 23,-100-9,-66-7,-1 2,82 29,-110-32,201 55,-208-59,206 57,-198-55,0-1,0-1,47 0,-37-2,37 6,-17-1,0-3,99-5,-54-1,-3 4,103-4,-164-3,-1-2,49-16,-32 8,0-3,81-40,-68 28,-45 23,0-2,-1-1,26-16,51-57,-67 57,28-14,-45 33,0 0,0-1,-1-1,0 1,10-12,-8 4,-1-1,-1 0,14-32,-13 26,22-34,2 3,-25 35,2 0,0 1,1 1,1 0,1 1,0 0,23-17,182-140,-157 121,-21 11,-35 32,0 1,0 1,1 0,0 0,1 0,10-6,204-90,-184 82,-2 3,0-2,-1-2,-1-1,43-37,-30 15,3-2,60-70,-89 93,0 2,48-38,-48 43,-1-1,0 0,-2-2,21-25,-32 34,1 1,0 0,1 0,0 1,1 1,-1-1,2 2,12-8,12-3,52-18,-7 3,-73 29,-1-1,0-1,0 1,0-1,-1 0,1-1,-2 1,7-10,21-21,128-128,-153 155,0 1,-1-2,0 1,0-1,-2 0,1 0,4-14,-1-1,-2 0,6-34,-8 16,-2-1,-5-77,0 29,4-22,-5-130,-7 173,6 49,-3-44,7-18,2 31,-2 1,-3-1,-3 1,-16-75,18 105,0 0,1 0,2-1,0 1,2-1,1 1,6-35,0-11,-4 3,-7-124,0 170,-2 0,0 0,-1 1,-1 0,-1 0,-13-22,1 0,9 19,-21-29,-8-14,34 54,0 0,-1 1,0 0,-1 0,0 1,-12-11,-60-43,48 40,25 18,1-1,-1 0,1 0,0 0,0-1,0 0,1 0,1 0,-6-10,5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4:58:54.08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0 616,'0'-1,"1"0,-1 1,1-1,-1 0,1 0,0 0,-1 0,1 1,0-1,0 0,-1 0,1 1,0-1,0 1,0-1,0 1,0-1,0 1,0-1,0 1,1 0,28-9,-23 7,122-28,-77 20,78-27,-104 26,-2-1,0-2,43-31,-2 0,56-38,26-16,-134 92,4-4,0 2,1 0,0 1,19-5,-1 2,180-46,-187 52,39-2,-48 6,0-1,0-1,0 0,0-2,26-9,-23 5,1 2,-1 0,1 2,1 0,37-2,126 7,-84 2,488-2,-584 0,0 0,1 1,-1-1,0 1,1 1,-1 0,0 0,0 1,0 0,-1 0,10 5,10 6,0-1,2-1,-1-2,2-1,-1-1,1-1,44 3,12 9,-64-13,0-1,35 4,-23-5,-1 2,0 1,60 22,17 4,-90-29,38 2,-41-5,0 1,0 0,25 7,-16-1,0-2,0-1,43 2,83-6,-92-2,86 9,-65-1,-56-6,1 1,-1 1,0 2,0 0,35 13,3 4,0-2,72 12,-27-7,37 2,-100-13,-33-9,1-1,-1 0,1-1,15 2,191 24,-166-22,-1-3,80-2,21 0,-111 4,0 2,-1 1,-1 2,1 2,49 24,-57-25,51 10,9 3,-12-1,128 21,-194-41,0 0,24 10,17 5,9-1,-49-16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08.262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2,'117'-2,"126"5,-223-1,0 2,0 0,28 11,-31-9,1-1,0 0,1-1,22 1,10 0,72 16,-72-11,69 5,-82-11,1 1,37 11,-35-6,56 5,-41-8,76 20,-48-9,-73-15,-1 1,0 0,0 0,0 1,0 0,11 9,26 12,46 15,110 54,-147-67,1-2,79 23,60 26,-152-57,79 22,6 1,-124-39,21 8,-1 1,36 21,-53-27,0 1,0 0,-1 1,1-1,-2 1,1 1,-1 0,0 0,0 0,6 13,-9-15,-1 0,1 0,1-1,-1 1,1-1,0 0,1 0,-1 0,1-1,0 1,0-1,0 0,11 6,203 110,-162-88,-30-16,0-1,33 12,-18-9,57 32,-33-14,66 42,-113-69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10.75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1 980,'1'-17,"2"-1,0 1,1-1,1 1,0 1,1-1,1 1,1 0,0 0,12-17,29-27,-36 45,0 0,-2 0,1-1,11-24,-2 3,1 2,2 1,2 0,39-40,-7 8,-49 56,1 0,0 0,0 1,1 1,1 0,-1 0,1 1,1 0,-1 1,1 1,0 0,0 0,26-4,63-24,-76 22,1 2,50-11,84-18,-95 20,66-13,70-20,-176 45,1 1,-1 1,1 1,0 2,0 0,42 6,-62-4,0 1,0 0,0 0,0 1,0 0,0 0,-1 1,0 0,0 0,9 8,33 18,121 39,-144-59,1-2,37 8,-37-10,0 1,36 15,-55-19,-1 1,0 0,0 0,0 0,-1 1,1 0,-1 0,0 0,-1 1,6 7,4 9,16 36,-10-20,94 166,-107-191,1 0,0 0,1-1,0 0,1 0,1-1,0-1,0 0,1 0,0-1,1-1,-1 0,28 12,-4 0,-24-10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24.1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0 362,'9'-1,"0"0,1 0,-1-1,0 0,0 0,-1-1,14-6,57-34,-3 3,53-4,-88 33,64-29,-72 24,0 2,0 1,1 2,1 1,56-8,6 5,-55 7,72-3,796 10,-764-14,-11 0,84 11,222-11,126 1,-362 14,-77-4,139 4,-154 11,-64-7,58 1,-81-6,-1 2,1 0,-1 2,42 13,-10-7,0-1,1-4,0-1,88-6,-86 4,116 18,-50-3,-95-13,1 2,-1 0,42 18,-8-3,103 14,-66-6,-25-8,130 54,-149-52,87 24,-93-32,-13-3,54 14,8-2,-23-1,-61-18,1 0,1-1,35 5,-34-7,-1 0,0 1,0 0,0 2,-1 0,0 2,0 0,29 18,52 20,-66-32,35 20,-59-30,0 0,0 0,1-1,13 3,23 9,247 101,-142-59,-129-46,0 0,-1 1,21 16,-22-14,0-1,1 0,37 15,120 40,-77-29,-66-24,1-2,44 11,-46-16,42 9,0-3,126 7,-181-19,0 0,29 7,-29-4,1-1,25 0,-29-2,0 1,0 0,0 1,25 10,-24-8,0 0,0-1,1-1,20 1,51-4,-65-2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30.3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2792 0,'-220'9,"189"-5,-1 1,1 1,1 2,-59 22,69-20,1 1,-24 17,-13 9,-26 14,58-34,-1-1,-1-2,-40 18,40-23,1-2,-51 8,63-12,0 0,0 1,1 0,-1 1,1 1,0 0,-12 8,-78 60,56-39,14-12,-60 33,61-37,0 1,1 2,1 1,2 1,-40 45,36-38,6-8,-1-1,-32 20,-12 10,47-32,0 1,2 1,0 1,-21 32,22-28,0-1,-1-1,-2-1,0-1,-2-1,-35 25,58-46,-26 19,-1-1,-38 18,12-8,-59 39,39-22,-14 16,57-39,-52 30,70-45,1 1,1 0,0 1,-16 16,15-14,0 0,-27 18,20-19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32.1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2231 1627,'-2'0,"0"-1,1 0,-1 0,0 1,0-1,0 0,1-1,-1 1,0 0,1 0,-1-1,1 1,0-1,-1 1,0-3,-19-26,-15-45,8 13,13 38,-1 1,0 0,-26-27,-52-72,-39-39,117 145,0 0,-1 1,-1 0,0 2,0 0,-2 1,-27-12,-45-31,-20-19,-43-32,126 84,2-1,0-2,-28-33,-46-70,90 118,1-1,-1 1,-1 1,0 0,-24-13,-9-8,19 10,0 2,-1 0,-1 2,0 1,-1 1,-39-13,-67-25,23 10,-28-10,97 42,-70-7,21 4,62 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33.5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2713 439,'-7'-5,"0"0,0 0,0 1,-1 0,1 0,-11-3,-6-3,-50-19,0 4,-143-30,98 28,52 12,-48-14,104 24,1 1,0-2,0 1,1-1,0-1,-11-9,-27-18,24 20,-1 1,-1 2,0 0,0 2,-1 0,-53-9,-38 5,0 4,-132 8,-149-10,-60-1,292 13,111-1,7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35.9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1,'0'1,"1"-1,-1 1,0 0,0 0,0-1,1 1,-1 0,0 0,1-1,-1 1,1 0,-1-1,1 1,-1 0,1-1,-1 1,1-1,-1 1,1-1,0 1,-1-1,1 0,0 1,0-1,-1 0,2 1,25 6,-14-5,128 41,-27-7,110 33,-199-64,1-1,0-1,-1-2,1 0,41-5,0 2,3 1,129 17,-115-8,0-2,96-8,-50 0,-16 3,127-3,-224 0,-1-1,0 0,0-1,28-12,-9 4,43-5,6-1,-77 16,-1-1,1 1,-1-1,1 0,-1-1,0 0,-1 1,1-2,7-6,-8 7,-1 0,1 0,0 0,0 1,1 0,-1 0,0 0,1 1,9-3,8-4,-8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49.467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1 143,'6'1,"0"-1,0 1,-1 1,1-1,9 4,22 5,43-3,147-6,-101-3,-26 3,113-3,-19-21,-156 19,291-20,-273 22,-1-3,82-17,-131 21,349-52,-232 36,-86 11,-16 2,1 1,0 1,0 1,0 0,27 4,53 7,138-4,5 0,662 11,-619-19,761 2,-765-13,-6 0,336 29,-278-7,-120-6,-50 10,36 0,-169-11,48 7,10 2,461-6,-304-8,-220 5,-1 2,0 0,0 2,46 15,42 9,-45-22,1-3,108-6,-57-1,53 2,-153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53.832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0 590,'18'-1,"-1"-1,1-1,30-9,6 0,43-4,100-21,-155 29,0 1,0 3,83 1,47-4,-171 7,485-77,-420 60,-43 10,-1 1,1 1,1 1,27 0,22 5,-51 1,1-1,-1-1,0-1,0-1,1 0,-1-2,30-10,96-43,-115 44,42-9,3-1,-52 13,-1 2,2 0,-1 2,1 1,51-4,-21 6,81-16,-126 16,0 0,-1-1,22-9,-22 8,1 0,-1 0,21-3,108-5,-43 6,25-9,-46 5,98-2,-140 11,51-8,-50 4,50-1,107 9,135-4,-196-11,-81 7,0 1,100 5,-122 4,53 15,-51-11,38 6,1-8,112-7,27 2,-114 14,-35-5,25 6,120 40,-76-18,-50-13,82 39,62 20,-54-23,24 6,277 31,-464-97,75 17,96 35,-32-8,-75-25,-34-8,0-2,0-1,1-2,0-2,49 2,-35-6,62 10,30 1,943-13,-1060-1,-1 0,0-2,0 0,36-12,-12 3,-28 9,1 1,0 0,23 2,-23 1,0-1,-1-1,27-6,48-23,-78 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06:54.652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0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13.493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0 695,'0'-3,"1"0,-1 1,1-1,0 1,-1-1,1 1,0-1,0 1,1 0,-1-1,0 1,1 0,0 0,-1 0,1 0,0 0,4-2,42-28,-26 19,2-3,218-152,-210 147,2 1,1 2,0 1,1 2,47-13,-44 17,68-9,-71 14,43-4,-50 7,0-1,0-1,-1-1,43-16,-65 19,0-1,0 0,0 0,-1 0,0-1,8-8,24-18,9 4,54-22,-92 46,0 1,1-1,0 1,-1 1,1 0,0 0,15 1,66 10,-15-1,-39-9,1-2,51-9,-45 5,49-1,-53 7,0-3,49-8,48-6,-54 8,40-1,174 8,-138 4,-116 0,0 2,0 2,48 12,65 3,-113-18,0 2,-1 2,46 14,-15-5,-55-14,0 2,1 0,19 8,174 66,-156-52,-12-4,58 20,69 25,42-12,-176-47,-1 2,-1 1,1 2,35 19,-49-21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27.2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536 150,'-21'0,"0"-2,1 0,-1-2,1 0,-37-12,9-4,-52-27,79 38,0 1,0 1,-1 1,0 1,-29-3,3 0,26 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31.6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1 618,'200'1,"235"-3,-294-5,150-27,-141-4,-99 24,73-12,-94 22,1-1,-1-1,0-1,-1-2,35-15,-30 10,53-13,2 0,279-97,-342 117,-1 1,1 1,0 1,1 2,-1 0,35 4,-19-2,50-5,7-5,118 4,-189 5,1-1,27-7,40-3,140 11,106-9,-335 10,17-2,0-1,0-1,0-1,44-16,-35 9,1 1,-1 1,2 2,-1 2,37-3,178 3,-5 0,508-11,-502 19,371-2,-570-3,0-2,61-13,-63 8,0 3,76-3,358 12,-449 0,52 8,23 3,-80-12,15-1,0 3,0 1,81 19,33 15,-101-27,-1 3,103 40,-101-31,1-2,2-3,0-2,1-3,65 4,131 32,-168-29,-63-16,0-1,1-1,31-2,27 1,-67 3,-1 1,1 0,-1 1,0 1,0 1,31 19,-39-21,3 1,28 16,1-3,0 0,46 12,-70-28,1 0,0-2,21 1,-24-3,-1 1,1 1,-1 0,0 1,27 9,25 8,-52-17,-1 1,0 0,-1 1,17 7,-14-1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21.0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53,'0'2,"1"1,-1 0,1-1,0 1,0 0,0-1,0 1,1-1,-1 0,0 1,1-1,0 0,2 3,27 25,-29-28,8 6,3 5,1-1,0-1,0-1,1 0,33 16,149 41,-77-30,-65-22,2-2,0-3,62 4,-25-4,20-1,156-8,-123-3,-113 1,1-1,-2-2,1-1,44-13,149-46,-74 38,-64 14,-52 8,68-16,-74 13,0 1,0 2,61-1,-26 2,40-12,-52 6,-16 2,0-3,42-15,-5 1,-43 18,0 1,0 1,1 2,0 1,44 5,5-2,-58-1,16 0,1-2,0-1,-1-2,49-11,-18-3,1 4,1 3,83-3,127 14,-120 1,-129-2,43-9,6 1,292 2,-306 8,-49 0,1 2,-1 0,0 1,0 2,37 14,-33-11,1-1,0-1,36 5,55-5,-70-6,76 11,-111-10,6 1,0 0,-1 1,1 0,-1 2,0 0,0 0,15 10,-11-5,1 0,1-2,-1-1,2 0,-1-2,41 7,34 10,-66-15,1-2,1-1,48 2,-59-6,5 2,-1 1,0 1,0 1,0 2,-1 0,0 2,0 0,-1 2,0 1,28 20,-7-6,1-2,2-2,90 30,-88-39,-34-10,0 1,-1 0,17 9,-20-9,-1 0,1-1,0-1,0 0,0 0,1-1,13 0,93-3,-60-1,-25 2,81-2,169 19,-211-11,129-4,24 1,-154 8,10 2,-49-9,1 1,49 15,-5-1,-48-12,-2 2,1 0,41 21,-26-16,-17-9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23.7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1713 0,'-2'0,"0"1,-1 0,1-1,0 1,-1 0,1 0,0 0,0 0,0 1,0-1,0 0,0 1,0 0,1-1,-3 3,-22 30,-25 52,-85 135,73-136,-11 15,52-69,-2-1,-34 34,36-41,-32 28,-1-2,-105 69,19-14,118-85,2 2,0 1,1 0,1 1,2 1,-18 31,23-38,0-1,-24 25,23-27,1 0,0 1,-16 26,2 13,19-38,-1 0,0 0,-1-1,0-1,-14 16,-4 2,1 1,1 1,2 1,2 1,-24 54,38-76,-1-1,0 1,-1-2,-19 22,4-5,19-22,1 1,0 0,0-1,1 1,0 1,0-1,-2 13,-12 34,-10 13,23-56,0 0,0 0,-1 0,-1 0,0-1,0 0,-1 0,-1-1,-16 18,4-11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35.9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 1,'-1'0,"1"0,-1 1,0-1,1 1,-1-1,1 0,-1 1,1-1,-1 1,1-1,-1 1,1 0,-1-1,1 1,-1-1,1 1,0 0,0-1,-1 1,1 0,0 0,0-1,0 1,-1 0,1-1,0 2,1 0,-1 0,1 0,-1-1,1 1,-1 0,1-1,0 1,0-1,0 1,0-1,1 2,3 3,1-1,-1 1,1-1,9 6,20 10,1-1,64 24,-50-26,1-3,1-1,0-4,1-1,0-3,72 0,-84-4,43 8,37 2,-82-9,-1 2,56 13,-56-9,1-2,58 3,-43-6,0 3,93 22,10 3,-137-30,1-2,-1 0,1-1,-1-1,23-5,28-3,27-4,-61 8,57-3,-65 8,5 1,0-1,-1-1,63-14,-25-2,1 3,93-8,-38 11,73-3,-166 15,0-2,0-1,0-2,0-1,-1-2,54-19,-65 18,100-39,-103 43,0 0,0 1,0 1,36-2,707 5,-316 2,-409-4,53-9,16-1,-77 10,0 2,1 0,-1 3,0 0,0 1,54 17,-47-10,0-1,0-2,57 6,114-9,-174-4,0 2,-1 2,0 1,50 15,-38-8,60 7,8-10,35 4,-5-2,-95-10,75 14,-57-4,0-3,1-3,78-2,-109-5,0 1,0 1,0 2,0 2,44 11,-40-3,0-2,1-2,0-1,0-2,58 1,-11-8,136 16,-121-6,174-6,-144-5,-107 4,0 1,-1 1,0 1,24 8,-40-11,144 46,-77-23,-56-18,1 0,21 5,-11-4,0 2,-1 1,35 18,8 3,115 37,-94-40,40 15,-86-20,14 6,-38-22,-3-2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40.947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0 207,'469'-38,"-312"19,606-2,-522 23,811-2,-1013-2,57-10,-54 6,48-1,106 7,-52 1,147-17,-11-10,-159 17,139 8,112-9,255-7,-419 19,313-18,127 5,-413 12,-56-2,204 3,-36 20,-66 6,7-1,-119-27,-72-1,154 16,-150-5,182-8,-149-4,225 2,-337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44.888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1 413,'150'2,"166"-5,-128-22,-118 14,79-4,513 14,-310 4,175-19,-359 9,74-7,-95 1,234 8,-206 7,-140-2,78 1,216-26,-247 13,1 3,90 2,42-4,-55 1,-38 2,0-5,160-38,-220 41,-42 7,0 0,35-11,19-11,2 3,140-22,-62 30,236 11,-198 5,-105-4,100-17,-102 12,144 6,-105 4,-25-5,106 4,-185 3,-1 0,1 1,-1 1,-1 0,1 2,26 16,-26-15,30 14,1-2,1-2,1-3,1-2,99 15,-80-24,-53-5,0 0,-1 1,1 1,0 1,22 7,-14-3,1-1,0-1,0-2,0-1,34 0,38 4,-54 1,85 26,-90-22,-10-5,47 6,10 1,100 17,-120-20,-40-6,49 3,285-9,-340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0:46.448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0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5:39.7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27,'583'-16,"167"6,-719 12,0 2,-1 1,0 2,0 0,-1 2,0 2,37 17,-22-7,0-2,1-3,80 19,-104-29,-1 0,1 2,-1 0,-1 1,20 12,-22-11,0-1,1 0,0-2,1 0,0-1,33 7,79-9,-86-4,49 6,29 7,-56-8,-1 3,80 21,307 97,-346-102,165 14,-115-19,-74-6,-24-3,89 3,-111-10,0 2,0 1,-1 2,46 16,31 7,48 1,206 16,-274-39,60 3,-95-10,73 2,250-25,-325 9,93-30,33-8,-154 42,-1 0,1-2,-2-1,0-2,47-29,48-22,-105 57,0 1,0 1,0 0,0 1,1 1,20-1,290 3,-148 4,463-3,-457-15,-92 4,-1 1,77-5,-114 13,1-3,-2-1,87-23,34-24,-125 40,3-1,0 2,100-9,20 3,-110 10,40-12,-1-1,167 7,-21 3,211-1,-291 14,-93 0,78 11,259 40,-341-47,-49-6,1 2,-1 1,0 1,25 7,-4 3,1-1,0-3,1-1,0-2,1-2,57-2,23-4,-104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5:45.0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12272 1,'-30'1,"-1"2,1 2,0 1,1 1,-1 1,1 1,1 2,0 1,-31 19,-1-2,31-16,1 1,-27 20,-9 8,30-20,1 0,2 2,-53 52,55-48,-1-2,-1-1,-43 27,-14 11,-23 31,68-56,-1-1,-88 55,77-61,-31 17,-80 59,131-81,-1-2,-1-2,-2-1,0-2,-60 21,65-26,1 2,1 1,1 1,-36 27,27-18,-67 35,-51 7,-168 47,284-100,-57 29,15-5,63-34,1 0,-1-1,0-1,0-2,-1 0,1 0,-36-4,25 1,0 2,-38 5,43-2,1-1,0-1,-1-1,1-2,-1 0,1-2,-45-11,-1 1,0 3,-91-1,83 8,-114-21,121 7,42 9,-1 1,0 2,-35-2,-330 6,184 2,172 2,0 1,-55 12,-10 2,-134 15,-193 19,429-52,-418 50,328-36,-133 3,-35 4,228-16,-145 25,142-21,1 1,-64 27,-61 38,-150 64,291-129,-1 0,-28 21,33-19,-1-2,-1 0,0 0,-21 6,13-8,-1-1,0-2,0-1,-32 1,-115-5,94-2,-112 3,-138-4,294-1,0-1,1-2,-1-2,-43-17,44 14,0 1,-1 2,-73-10,16 16,49 3,0-3,1-1,-48-10,42 3,0 3,-83-3,-102 12,90 1,-42 0,-225-4,249-11,-49-1,-207 15,393-3,0 0,-30-7,27 3,-43-1,-267 7,310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5:48.597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1969,'79'4,"87"14,-8 1,-105-15,657 30,-698-35,0 0,1-1,-1-1,0 0,0 0,-1-1,1-1,13-7,89-57,-41 22,50-16,-48 26,-58 26,0-1,-1-1,0 0,-1-1,0-1,21-29,15-13,-7 7,-33 36,1 0,0 2,0-1,1 1,26-17,17-6,-2-2,-1-3,79-77,-115 97,0-2,-2 0,0-1,22-47,-19 34,28-40,-3 13,129-173,-158 220,0 0,1 1,1 1,1 0,32-20,98-46,-144 79,35-18,-7 5,42-28,-36 17,-3 4,-2-2,0-1,29-30,14-15,-61 58,0 1,1 1,0 0,0 1,1 1,26-9,22-10,-18 1,-30 16,1 0,20-8,0 3,-22 7,1 1,21-5,-31 10,-1 0,1 1,-1-1,1 1,0 0,-1 0,1 1,-1 0,1 0,-1 0,6 2,11 6,-2-2,40 11,-37-14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5:49.737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5:50.097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6:16.046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0 81,'72'0,"110"-15,-151 10,-1 2,0-3,0 0,49-18,-65 19,0 1,0 0,0 1,1 1,22-1,78 4,-49 1,-25-1,37-2,1 4,-1 3,91 19,0 10,38 9,-102-16,61 16,-18-4,-38-8,192 33,-179-27,-87-25,73 17,-53-18,-1 1,-1 4,57 25,-66-24,1-1,0-3,1-2,67 10,-73-15,0 2,-1 2,56 23,-61-20,1-2,0-1,0-1,52 5,80-10,6 1,-94 1,157 17,-140-14,181-8,-139-4,131 0,368 5,-435 9,62 2,-33-25,1 0,-5 1,-202 5,-1-1,1-1,-1-2,0 0,29-16,-25 12,0 0,1 2,36-8,-36 14,38-1,-46 5,0-1,0 0,-1-2,26-8,-1-2,0 2,61-8,96 0,-33 4,-56-6,-82 14,1 1,64-4,57-1,18-1,-118 14,19 0,1-3,112-17,139-35,-270 48,284-18,-272 21,110-19,-110 11,107-4,906 16,-1041-2,58-12,-57 7,54-1,-57 6,2 2,-1-1,0-3,0-1,54-13,-60 9,0 1,0 2,0 1,60 0,-69 3,-1-2,1-1,-1 0,40-14,-11 3,-30 8,-4-1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23T15:16:20.325"/>
    </inkml:context>
    <inkml:brush xml:id="br0">
      <inkml:brushProperty name="width" value="0.05" units="cm"/>
      <inkml:brushProperty name="height" value="0.05" units="cm"/>
      <inkml:brushProperty name="color" value="#FFC000"/>
      <inkml:brushProperty name="ignorePressure" value="1"/>
    </inkml:brush>
  </inkml:definitions>
  <inkml:trace contextRef="#ctx0" brushRef="#br0">1 2,'407'-2,"447"4,-450 11,152 0,-478-14,-27 0,0 1,78 12,-69-4,86 0,24 3,200 45,-316-50,194 35,-198-28,-19-4,53 8,531 30,201-40,-464-9,150 2,-445 3,110 20,-109-13,-1-2,64 1,1142-11,-1173-3,167-30,-159 19,124-6,365 21,-266 3,270-2,-550-2,57-10,-27 3,13-2,146-8,605 20,-641 13,14 0,215-15,-399-1,-1 0,1-1,-1-2,0 0,39-16,-46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61584-F941-42AA-B807-FB4D2B0CC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2B3DAD-BFBA-4658-9E7D-71D538698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F74BE5-EB88-4C22-B15C-A09409C3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39630B-C5B9-442C-BAA8-930100BE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C1B7DA-4265-42A0-840E-359BEB93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10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28867-A212-478B-9253-E28D541C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A7348F-DAC4-4695-892B-8CF8AE27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122731-943A-4E34-AC75-BFB1F3D3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9106EF-016F-4E4A-94A9-71572646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16D7AF-F00C-4038-8B5D-A3937593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68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92A72-E846-44BC-945E-1B674F71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0C99CD-305B-4901-A708-BF4E08F1D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3AF112-CF14-4217-A20A-F3F7A2F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B39A90-8718-47CE-B06D-9C65F085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AF9127-8018-446D-885D-DA71169A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60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F0465-E364-41AE-9478-3E6392E8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96E087-1D4C-47C1-A879-4E59694CE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030FFF-7FBF-4A84-9502-8A8BC363A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5298EE-8B97-4D0D-80F9-933EB400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99D613-BEC2-4539-8AD7-655D0D74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6CCBBC-B8F8-405B-96C8-3DE4AB2F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900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D64CD-DE5B-4091-8850-2D0BB769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71166A-E6D4-4229-814B-B51B4384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454E07-7764-429B-BA4B-754406F4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5E6421-EFBB-4578-A058-8AA269F7D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54B265-254A-41EF-9931-2F3E82868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732E1D-4EA8-45DF-A74B-8AFB8226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B6EB4C-1F47-4DE2-819B-552EF3EE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281C5C-1DA4-4F87-A849-507385A6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70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E5A6C-A8C0-47F1-95A6-9F6BA10F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D121F9A-BF26-45DA-9152-1322FDE0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DB4EE0-3BEF-4619-955E-1C30E8BF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560423-5168-4F26-9A1B-08809669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71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2FD045-B246-4FD0-B34D-2956F039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0EDED2-A925-45D1-BB12-A739791C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5818E5-F5FC-4C6B-A495-88FF304D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99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4805F-64BC-4162-A473-8775A83B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074186-1B89-40DD-92A9-5F8E0152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A88488-2F8C-427D-AFB8-2A4396889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C3A776-DE74-4DB5-A876-5DC9B9BB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A5535B-9C06-47D3-9925-E433AC2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3E6FDC-B2EF-4E5C-A19D-FFB75BEA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03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126FE-D563-473E-A04E-5B344197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5421CED-1ECC-47D3-996D-8BA37F8ED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264FAB-6F29-4220-B613-942D1336C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437E8B-5055-44A7-8328-182B6B42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CCBF7-F0B2-4722-8A81-42FCD6F8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3BACD6-A499-4F78-9DCB-26EF92E1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26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57912-2D41-4377-A1F5-0308C1A6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F362F3-48BB-400A-8460-C5DB281C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C7168-314C-4698-BAA7-C9146044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DB0AC-E0C7-41D4-AB9F-332FE87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6BE11-90A8-4EC8-B49E-304D108E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67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CB7AFF-6C4A-4E9F-9F99-629458EBC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F899F7-B539-48BE-A389-A76033530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D0DDD3-E75C-4654-829C-18E7342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467CC7-E1CC-4DDE-9DA3-7A6D0C88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78A17-FB05-4CF7-B077-476D7B3E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78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501675-06A4-4122-9D58-F9263CEF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CBE5B-25FC-4738-B982-A9E58761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CD191-B1D7-4CAD-A649-4E76D0605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50AB3-2C06-445C-8B64-670CD957F416}" type="datetimeFigureOut">
              <a:rPr lang="es-ES" smtClean="0"/>
              <a:t>23/06/2022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464066-CFF4-49ED-8D39-5DD33D781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59ECB-8395-42A5-8B60-5515855C8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CBBA8-2D26-4D96-A0DC-7C3A795FF9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39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1.xml"/><Relationship Id="rId18" Type="http://schemas.openxmlformats.org/officeDocument/2006/relationships/image" Target="../media/image15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12.png"/><Relationship Id="rId17" Type="http://schemas.openxmlformats.org/officeDocument/2006/relationships/customXml" Target="../ink/ink13.xml"/><Relationship Id="rId2" Type="http://schemas.openxmlformats.org/officeDocument/2006/relationships/image" Target="../media/image7.jp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11.png"/><Relationship Id="rId19" Type="http://schemas.openxmlformats.org/officeDocument/2006/relationships/customXml" Target="../ink/ink14.xml"/><Relationship Id="rId4" Type="http://schemas.openxmlformats.org/officeDocument/2006/relationships/image" Target="../media/image8.png"/><Relationship Id="rId9" Type="http://schemas.openxmlformats.org/officeDocument/2006/relationships/customXml" Target="../ink/ink9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1.xml"/><Relationship Id="rId18" Type="http://schemas.openxmlformats.org/officeDocument/2006/relationships/image" Target="../media/image26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3.png"/><Relationship Id="rId17" Type="http://schemas.openxmlformats.org/officeDocument/2006/relationships/customXml" Target="../ink/ink23.xml"/><Relationship Id="rId2" Type="http://schemas.openxmlformats.org/officeDocument/2006/relationships/image" Target="../media/image18.jpg"/><Relationship Id="rId16" Type="http://schemas.openxmlformats.org/officeDocument/2006/relationships/image" Target="../media/image2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22.png"/><Relationship Id="rId19" Type="http://schemas.openxmlformats.org/officeDocument/2006/relationships/customXml" Target="../ink/ink24.xml"/><Relationship Id="rId4" Type="http://schemas.openxmlformats.org/officeDocument/2006/relationships/image" Target="../media/image19.png"/><Relationship Id="rId9" Type="http://schemas.openxmlformats.org/officeDocument/2006/relationships/customXml" Target="../ink/ink19.xml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2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customXml" Target="../ink/ink30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28.xml"/><Relationship Id="rId14" Type="http://schemas.openxmlformats.org/officeDocument/2006/relationships/customXml" Target="../ink/ink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E01F819-69B3-44B8-BA87-E07D6D529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345" y="166111"/>
            <a:ext cx="9144000" cy="517380"/>
          </a:xfrm>
        </p:spPr>
        <p:txBody>
          <a:bodyPr/>
          <a:lstStyle/>
          <a:p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Complejo músculos Bíceps Braquial y Braquial</a:t>
            </a:r>
          </a:p>
        </p:txBody>
      </p:sp>
      <p:pic>
        <p:nvPicPr>
          <p:cNvPr id="5" name="Imagen 4" descr="Pantalla de computadora con letras&#10;&#10;Descripción generada automáticamente con confianza media">
            <a:extLst>
              <a:ext uri="{FF2B5EF4-FFF2-40B4-BE49-F238E27FC236}">
                <a16:creationId xmlns:a16="http://schemas.microsoft.com/office/drawing/2014/main" id="{EC64BE61-6E65-415E-8C50-CE9171B92F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3" t="9688" r="14523" b="9609"/>
          <a:stretch/>
        </p:blipFill>
        <p:spPr>
          <a:xfrm>
            <a:off x="337128" y="1069108"/>
            <a:ext cx="5643419" cy="4719783"/>
          </a:xfrm>
          <a:prstGeom prst="rect">
            <a:avLst/>
          </a:prstGeom>
        </p:spPr>
      </p:pic>
      <p:pic>
        <p:nvPicPr>
          <p:cNvPr id="6" name="Imagen 5" descr="Pantalla de computadora con letras&#10;&#10;Descripción generada automáticamente con confianza media">
            <a:extLst>
              <a:ext uri="{FF2B5EF4-FFF2-40B4-BE49-F238E27FC236}">
                <a16:creationId xmlns:a16="http://schemas.microsoft.com/office/drawing/2014/main" id="{FB4A71D5-D3AE-4D4D-9357-6780393626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3" t="9688" r="14523" b="9609"/>
          <a:stretch/>
        </p:blipFill>
        <p:spPr>
          <a:xfrm>
            <a:off x="6211454" y="1069108"/>
            <a:ext cx="5643419" cy="47197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38C929F-5DD4-4CAE-A883-BCDECCFEBDA4}"/>
                  </a:ext>
                </a:extLst>
              </p14:cNvPr>
              <p14:cNvContentPartPr/>
              <p14:nvPr/>
            </p14:nvContentPartPr>
            <p14:xfrm>
              <a:off x="502920" y="1218180"/>
              <a:ext cx="3603960" cy="2448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38C929F-5DD4-4CAE-A883-BCDECCFEBD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520" y="1204140"/>
                <a:ext cx="36320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470D54A5-F9CB-4E9D-B328-B8ECD00B0CB5}"/>
                  </a:ext>
                </a:extLst>
              </p14:cNvPr>
              <p14:cNvContentPartPr/>
              <p14:nvPr/>
            </p14:nvContentPartPr>
            <p14:xfrm>
              <a:off x="601920" y="1400700"/>
              <a:ext cx="3570480" cy="6490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470D54A5-F9CB-4E9D-B328-B8ECD00B0C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520" y="1386660"/>
                <a:ext cx="3598560" cy="6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56F6E3CA-77A1-4534-A819-8F6099C6E33E}"/>
                  </a:ext>
                </a:extLst>
              </p14:cNvPr>
              <p14:cNvContentPartPr/>
              <p14:nvPr/>
            </p14:nvContentPartPr>
            <p14:xfrm>
              <a:off x="783720" y="1491780"/>
              <a:ext cx="3569400" cy="20980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56F6E3CA-77A1-4534-A819-8F6099C6E3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5080" y="1482780"/>
                <a:ext cx="3587040" cy="21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FFBAE4C5-C497-4C9E-B7F9-40736B073F4B}"/>
                  </a:ext>
                </a:extLst>
              </p14:cNvPr>
              <p14:cNvContentPartPr/>
              <p14:nvPr/>
            </p14:nvContentPartPr>
            <p14:xfrm>
              <a:off x="899280" y="3176940"/>
              <a:ext cx="3453480" cy="17539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FFBAE4C5-C497-4C9E-B7F9-40736B073F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0280" y="3168300"/>
                <a:ext cx="3471120" cy="17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F91F2793-F570-4BF1-910A-AA4995D0D13D}"/>
                  </a:ext>
                </a:extLst>
              </p14:cNvPr>
              <p14:cNvContentPartPr/>
              <p14:nvPr/>
            </p14:nvContentPartPr>
            <p14:xfrm>
              <a:off x="1424880" y="4921500"/>
              <a:ext cx="2369520" cy="2901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F91F2793-F570-4BF1-910A-AA4995D0D1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06880" y="4903500"/>
                <a:ext cx="2405160" cy="3258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CB237D73-B484-4E5B-8A15-2858786CFE8D}"/>
              </a:ext>
            </a:extLst>
          </p:cNvPr>
          <p:cNvSpPr txBox="1"/>
          <p:nvPr/>
        </p:nvSpPr>
        <p:spPr>
          <a:xfrm>
            <a:off x="729195" y="1015083"/>
            <a:ext cx="4125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C000"/>
                </a:solidFill>
              </a:rPr>
              <a:t>Piel y tejido graso subcutáneo (no interesa)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3E6040-674E-499C-B7CB-AE4FDC2BCFBE}"/>
              </a:ext>
            </a:extLst>
          </p:cNvPr>
          <p:cNvSpPr txBox="1"/>
          <p:nvPr/>
        </p:nvSpPr>
        <p:spPr>
          <a:xfrm>
            <a:off x="1269163" y="1959484"/>
            <a:ext cx="290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 bíceps braquial con septo tendinoso en el centro (más blanco)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192D9-1FCD-46A2-8947-FA53DFADF812}"/>
              </a:ext>
            </a:extLst>
          </p:cNvPr>
          <p:cNvSpPr txBox="1"/>
          <p:nvPr/>
        </p:nvSpPr>
        <p:spPr>
          <a:xfrm>
            <a:off x="1096109" y="3924969"/>
            <a:ext cx="281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 braquial. En el suelo la cortical del húmero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E5E61E-7CA9-473D-A114-25AD92333197}"/>
              </a:ext>
            </a:extLst>
          </p:cNvPr>
          <p:cNvSpPr txBox="1"/>
          <p:nvPr/>
        </p:nvSpPr>
        <p:spPr>
          <a:xfrm>
            <a:off x="1296006" y="5224876"/>
            <a:ext cx="305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Todo lo que se ve por debajo de la cortical del húmero es sombra acústica, no analizable</a:t>
            </a:r>
          </a:p>
        </p:txBody>
      </p:sp>
    </p:spTree>
    <p:extLst>
      <p:ext uri="{BB962C8B-B14F-4D97-AF65-F5344CB8AC3E}">
        <p14:creationId xmlns:p14="http://schemas.microsoft.com/office/powerpoint/2010/main" val="331491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FCD6F34-353C-41DF-A26F-73BE0F41A4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9" t="9845" r="14523" b="8726"/>
          <a:stretch/>
        </p:blipFill>
        <p:spPr>
          <a:xfrm>
            <a:off x="323274" y="1015083"/>
            <a:ext cx="5200073" cy="4762262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BE01F819-69B3-44B8-BA87-E07D6D529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345" y="166111"/>
            <a:ext cx="9144000" cy="517380"/>
          </a:xfrm>
        </p:spPr>
        <p:txBody>
          <a:bodyPr/>
          <a:lstStyle/>
          <a:p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Complejo músculos flexores antebrazo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237D73-B484-4E5B-8A15-2858786CFE8D}"/>
              </a:ext>
            </a:extLst>
          </p:cNvPr>
          <p:cNvSpPr txBox="1"/>
          <p:nvPr/>
        </p:nvSpPr>
        <p:spPr>
          <a:xfrm>
            <a:off x="726155" y="1098631"/>
            <a:ext cx="4125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C000"/>
                </a:solidFill>
              </a:rPr>
              <a:t>Piel y tejido graso subcutáneo (no interesa)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3E6040-674E-499C-B7CB-AE4FDC2BCFBE}"/>
              </a:ext>
            </a:extLst>
          </p:cNvPr>
          <p:cNvSpPr txBox="1"/>
          <p:nvPr/>
        </p:nvSpPr>
        <p:spPr>
          <a:xfrm>
            <a:off x="598365" y="2572558"/>
            <a:ext cx="29032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Músculos flexores. Son varios y el aspecto varía mucho entre sujetos. En el suelo se pueden ver los contornos de las corticales del cúbito y radio). Las regiones más blancas son grasa y septos tendinosos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E5E61E-7CA9-473D-A114-25AD92333197}"/>
              </a:ext>
            </a:extLst>
          </p:cNvPr>
          <p:cNvSpPr txBox="1"/>
          <p:nvPr/>
        </p:nvSpPr>
        <p:spPr>
          <a:xfrm>
            <a:off x="1064854" y="4840249"/>
            <a:ext cx="300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Todo lo que se ve por debajo de la cortical del cúbito y radio es sombra acústica, no analizable</a:t>
            </a:r>
          </a:p>
        </p:txBody>
      </p:sp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82D324C-F34C-42E2-91C6-92F1956EDE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9" t="9845" r="14523" b="8726"/>
          <a:stretch/>
        </p:blipFill>
        <p:spPr>
          <a:xfrm>
            <a:off x="6668654" y="1076652"/>
            <a:ext cx="5200073" cy="4762262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762E8E4C-C86D-4E9A-A7E6-550FD481D01F}"/>
              </a:ext>
            </a:extLst>
          </p:cNvPr>
          <p:cNvGrpSpPr/>
          <p:nvPr/>
        </p:nvGrpSpPr>
        <p:grpSpPr>
          <a:xfrm>
            <a:off x="960084" y="3655607"/>
            <a:ext cx="2768760" cy="757800"/>
            <a:chOff x="960084" y="3655607"/>
            <a:chExt cx="2768760" cy="75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FFD8F3F-7F71-4579-BF1C-F016BEB74F16}"/>
                    </a:ext>
                  </a:extLst>
                </p14:cNvPr>
                <p14:cNvContentPartPr/>
                <p14:nvPr/>
              </p14:nvContentPartPr>
              <p14:xfrm>
                <a:off x="960084" y="3943247"/>
                <a:ext cx="1321920" cy="4701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FFD8F3F-7F71-4579-BF1C-F016BEB74F1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2444" y="3925247"/>
                  <a:ext cx="13575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4C11E87-8CD2-4864-AE3E-3460E442EACB}"/>
                    </a:ext>
                  </a:extLst>
                </p14:cNvPr>
                <p14:cNvContentPartPr/>
                <p14:nvPr/>
              </p14:nvContentPartPr>
              <p14:xfrm>
                <a:off x="2788884" y="3655607"/>
                <a:ext cx="939960" cy="3531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4C11E87-8CD2-4864-AE3E-3460E442EA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71244" y="3637607"/>
                  <a:ext cx="975600" cy="38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6C22E73B-B194-4669-B3AC-45EAB85AEFCC}"/>
                  </a:ext>
                </a:extLst>
              </p14:cNvPr>
              <p14:cNvContentPartPr/>
              <p14:nvPr/>
            </p14:nvContentPartPr>
            <p14:xfrm>
              <a:off x="516924" y="1698287"/>
              <a:ext cx="3313440" cy="49140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6C22E73B-B194-4669-B3AC-45EAB85AEF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7924" y="1689647"/>
                <a:ext cx="3331080" cy="5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4BFB5E12-3539-43EC-A8D2-8135FF4B1C39}"/>
              </a:ext>
            </a:extLst>
          </p:cNvPr>
          <p:cNvGrpSpPr/>
          <p:nvPr/>
        </p:nvGrpSpPr>
        <p:grpSpPr>
          <a:xfrm>
            <a:off x="537804" y="2373287"/>
            <a:ext cx="3036600" cy="619200"/>
            <a:chOff x="537804" y="2373287"/>
            <a:chExt cx="3036600" cy="6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6999C51-1466-41B0-9B05-2950BB7B97F8}"/>
                    </a:ext>
                  </a:extLst>
                </p14:cNvPr>
                <p14:cNvContentPartPr/>
                <p14:nvPr/>
              </p14:nvContentPartPr>
              <p14:xfrm>
                <a:off x="2568924" y="2373287"/>
                <a:ext cx="1005480" cy="6156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6999C51-1466-41B0-9B05-2950BB7B97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9924" y="2364287"/>
                  <a:ext cx="102312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2B8BD63-8B11-4F78-86AC-BFB3B55FE113}"/>
                    </a:ext>
                  </a:extLst>
                </p14:cNvPr>
                <p14:cNvContentPartPr/>
                <p14:nvPr/>
              </p14:nvContentPartPr>
              <p14:xfrm>
                <a:off x="1754964" y="2406407"/>
                <a:ext cx="803160" cy="5860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2B8BD63-8B11-4F78-86AC-BFB3B55FE1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46324" y="2397407"/>
                  <a:ext cx="82080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72394B91-EF34-43F1-9FE7-4EE4910BCB9B}"/>
                    </a:ext>
                  </a:extLst>
                </p14:cNvPr>
                <p14:cNvContentPartPr/>
                <p14:nvPr/>
              </p14:nvContentPartPr>
              <p14:xfrm>
                <a:off x="537804" y="2428007"/>
                <a:ext cx="976680" cy="1580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72394B91-EF34-43F1-9FE7-4EE4910BCB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9164" y="2419367"/>
                  <a:ext cx="99432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337A2EA8-952D-4B2A-9848-45D40348C64A}"/>
                  </a:ext>
                </a:extLst>
              </p14:cNvPr>
              <p14:cNvContentPartPr/>
              <p14:nvPr/>
            </p14:nvContentPartPr>
            <p14:xfrm>
              <a:off x="2955204" y="3435287"/>
              <a:ext cx="853920" cy="759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337A2EA8-952D-4B2A-9848-45D40348C64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46204" y="3426647"/>
                <a:ext cx="8715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F81C2D47-38EA-4F57-B846-C1FABBF067E9}"/>
                  </a:ext>
                </a:extLst>
              </p14:cNvPr>
              <p14:cNvContentPartPr/>
              <p14:nvPr/>
            </p14:nvContentPartPr>
            <p14:xfrm>
              <a:off x="396684" y="1093487"/>
              <a:ext cx="3306600" cy="622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F81C2D47-38EA-4F57-B846-C1FABBF067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8044" y="1084487"/>
                <a:ext cx="332424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4A378293-7184-4E74-9927-AFB0266E165D}"/>
              </a:ext>
            </a:extLst>
          </p:cNvPr>
          <p:cNvGrpSpPr/>
          <p:nvPr/>
        </p:nvGrpSpPr>
        <p:grpSpPr>
          <a:xfrm>
            <a:off x="443124" y="1505327"/>
            <a:ext cx="3473640" cy="286920"/>
            <a:chOff x="443124" y="1505327"/>
            <a:chExt cx="347364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504D577-C141-4291-B999-C3ACB8804D4F}"/>
                    </a:ext>
                  </a:extLst>
                </p14:cNvPr>
                <p14:cNvContentPartPr/>
                <p14:nvPr/>
              </p14:nvContentPartPr>
              <p14:xfrm>
                <a:off x="443124" y="1505327"/>
                <a:ext cx="3473640" cy="2869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504D577-C141-4291-B999-C3ACB8804D4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4124" y="1496687"/>
                  <a:ext cx="3491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05A4E56-D964-4161-A2A7-932B0A08FF53}"/>
                    </a:ext>
                  </a:extLst>
                </p14:cNvPr>
                <p14:cNvContentPartPr/>
                <p14:nvPr/>
              </p14:nvContentPartPr>
              <p14:xfrm>
                <a:off x="3814524" y="1727087"/>
                <a:ext cx="360" cy="3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05A4E56-D964-4161-A2A7-932B0A08FF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05524" y="17180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784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94F508C9-3D62-4ED7-82D0-B1ACC38CFA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9" t="10153" r="14878" b="8661"/>
          <a:stretch/>
        </p:blipFill>
        <p:spPr>
          <a:xfrm>
            <a:off x="323274" y="1098631"/>
            <a:ext cx="5172364" cy="474798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BE01F819-69B3-44B8-BA87-E07D6D529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235727"/>
            <a:ext cx="7620000" cy="77565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Complejo músculo recto anterior del cuádriceps y vasto intermedio del cuádriceps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237D73-B484-4E5B-8A15-2858786CFE8D}"/>
              </a:ext>
            </a:extLst>
          </p:cNvPr>
          <p:cNvSpPr txBox="1"/>
          <p:nvPr/>
        </p:nvSpPr>
        <p:spPr>
          <a:xfrm>
            <a:off x="763100" y="1283570"/>
            <a:ext cx="4125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C000"/>
                </a:solidFill>
              </a:rPr>
              <a:t>Piel y tejido graso subcutáneo (no interesa)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3E6040-674E-499C-B7CB-AE4FDC2BCFBE}"/>
              </a:ext>
            </a:extLst>
          </p:cNvPr>
          <p:cNvSpPr txBox="1"/>
          <p:nvPr/>
        </p:nvSpPr>
        <p:spPr>
          <a:xfrm>
            <a:off x="598365" y="2572558"/>
            <a:ext cx="290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 recto anterior del cuádriceps (tienes septos tendinosos intramusculares)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E5E61E-7CA9-473D-A114-25AD92333197}"/>
              </a:ext>
            </a:extLst>
          </p:cNvPr>
          <p:cNvSpPr txBox="1"/>
          <p:nvPr/>
        </p:nvSpPr>
        <p:spPr>
          <a:xfrm>
            <a:off x="1065097" y="5141749"/>
            <a:ext cx="281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Todo lo que se ve por debajo de la cortical del fémur es sombra acústica, no analizable</a:t>
            </a:r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7D2BB0C-EAB2-4B32-B92D-E4970E9DB9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9" t="10153" r="14878" b="8661"/>
          <a:stretch/>
        </p:blipFill>
        <p:spPr>
          <a:xfrm>
            <a:off x="6696363" y="1098631"/>
            <a:ext cx="5172364" cy="4747987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E80CC9F3-EBFF-4382-9875-E7125EA69A77}"/>
              </a:ext>
            </a:extLst>
          </p:cNvPr>
          <p:cNvSpPr txBox="1"/>
          <p:nvPr/>
        </p:nvSpPr>
        <p:spPr>
          <a:xfrm>
            <a:off x="852365" y="3978755"/>
            <a:ext cx="2903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 vasto intermedio del cuádriceps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DC7879F-6BCA-42F0-ADBA-ED62051E8782}"/>
                  </a:ext>
                </a:extLst>
              </p14:cNvPr>
              <p14:cNvContentPartPr/>
              <p14:nvPr/>
            </p14:nvContentPartPr>
            <p14:xfrm>
              <a:off x="1477764" y="4783487"/>
              <a:ext cx="1643760" cy="250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DC7879F-6BCA-42F0-ADBA-ED62051E87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9764" y="4765487"/>
                <a:ext cx="16794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0603A9A3-5E09-4445-ABF3-FC94B746DD5D}"/>
                  </a:ext>
                </a:extLst>
              </p14:cNvPr>
              <p14:cNvContentPartPr/>
              <p14:nvPr/>
            </p14:nvContentPartPr>
            <p14:xfrm>
              <a:off x="434844" y="3520247"/>
              <a:ext cx="192960" cy="543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0603A9A3-5E09-4445-ABF3-FC94B746DD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844" y="3511247"/>
                <a:ext cx="210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412F11AD-46F3-4B3C-8BFD-FF2015C06CE7}"/>
                  </a:ext>
                </a:extLst>
              </p14:cNvPr>
              <p14:cNvContentPartPr/>
              <p14:nvPr/>
            </p14:nvContentPartPr>
            <p14:xfrm>
              <a:off x="378324" y="2003567"/>
              <a:ext cx="3532680" cy="2246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412F11AD-46F3-4B3C-8BFD-FF2015C06C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9684" y="1994567"/>
                <a:ext cx="3550320" cy="24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o 32">
            <a:extLst>
              <a:ext uri="{FF2B5EF4-FFF2-40B4-BE49-F238E27FC236}">
                <a16:creationId xmlns:a16="http://schemas.microsoft.com/office/drawing/2014/main" id="{B5DE4C69-CA02-4C15-838C-A2695C02929B}"/>
              </a:ext>
            </a:extLst>
          </p:cNvPr>
          <p:cNvGrpSpPr/>
          <p:nvPr/>
        </p:nvGrpSpPr>
        <p:grpSpPr>
          <a:xfrm>
            <a:off x="457524" y="3324407"/>
            <a:ext cx="3429360" cy="1168920"/>
            <a:chOff x="457524" y="3324407"/>
            <a:chExt cx="3429360" cy="11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CA041120-3D4B-4B70-9B4A-B1ED88D93798}"/>
                    </a:ext>
                  </a:extLst>
                </p14:cNvPr>
                <p14:cNvContentPartPr/>
                <p14:nvPr/>
              </p14:nvContentPartPr>
              <p14:xfrm>
                <a:off x="627444" y="3546167"/>
                <a:ext cx="3130200" cy="2660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CA041120-3D4B-4B70-9B4A-B1ED88D937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804" y="3537167"/>
                  <a:ext cx="31478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744238B-77CD-45DE-BD4F-62387917BE17}"/>
                    </a:ext>
                  </a:extLst>
                </p14:cNvPr>
                <p14:cNvContentPartPr/>
                <p14:nvPr/>
              </p14:nvContentPartPr>
              <p14:xfrm>
                <a:off x="620604" y="3685127"/>
                <a:ext cx="617040" cy="8082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744238B-77CD-45DE-BD4F-62387917BE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1964" y="3676127"/>
                  <a:ext cx="6346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A45EE18-F942-45AD-8DCD-CB05E3961915}"/>
                    </a:ext>
                  </a:extLst>
                </p14:cNvPr>
                <p14:cNvContentPartPr/>
                <p14:nvPr/>
              </p14:nvContentPartPr>
              <p14:xfrm>
                <a:off x="457524" y="3324407"/>
                <a:ext cx="3429360" cy="3027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A45EE18-F942-45AD-8DCD-CB05E39619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8524" y="3315767"/>
                  <a:ext cx="3447000" cy="32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C39A6DE5-2253-4091-B2A0-D90C02CAC7E2}"/>
                  </a:ext>
                </a:extLst>
              </p14:cNvPr>
              <p14:cNvContentPartPr/>
              <p14:nvPr/>
            </p14:nvContentPartPr>
            <p14:xfrm>
              <a:off x="369324" y="1125887"/>
              <a:ext cx="3508920" cy="7488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C39A6DE5-2253-4091-B2A0-D90C02CAC7E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0324" y="1117247"/>
                <a:ext cx="352656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A5F2D75E-68AB-4E36-BC20-DDE3F5996512}"/>
              </a:ext>
            </a:extLst>
          </p:cNvPr>
          <p:cNvGrpSpPr/>
          <p:nvPr/>
        </p:nvGrpSpPr>
        <p:grpSpPr>
          <a:xfrm>
            <a:off x="396684" y="1827527"/>
            <a:ext cx="3518280" cy="149760"/>
            <a:chOff x="396684" y="1827527"/>
            <a:chExt cx="351828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FA74273-FCBF-4DAE-B5E7-0F53FD5D933B}"/>
                    </a:ext>
                  </a:extLst>
                </p14:cNvPr>
                <p14:cNvContentPartPr/>
                <p14:nvPr/>
              </p14:nvContentPartPr>
              <p14:xfrm>
                <a:off x="396684" y="1827527"/>
                <a:ext cx="3518280" cy="1497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FA74273-FCBF-4DAE-B5E7-0F53FD5D93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8044" y="1818527"/>
                  <a:ext cx="3535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922B9A2-9580-45E2-893C-9CDFE23FF0DB}"/>
                    </a:ext>
                  </a:extLst>
                </p14:cNvPr>
                <p14:cNvContentPartPr/>
                <p14:nvPr/>
              </p14:nvContentPartPr>
              <p14:xfrm>
                <a:off x="3777444" y="1966847"/>
                <a:ext cx="360" cy="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922B9A2-9580-45E2-893C-9CDFE23FF0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68444" y="19582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593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BF70368-BE20-4034-AE43-32F8198551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5" t="9663" r="15588" b="8504"/>
          <a:stretch/>
        </p:blipFill>
        <p:spPr>
          <a:xfrm>
            <a:off x="263236" y="1214581"/>
            <a:ext cx="5569527" cy="478593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B237D73-B484-4E5B-8A15-2858786CFE8D}"/>
              </a:ext>
            </a:extLst>
          </p:cNvPr>
          <p:cNvSpPr txBox="1"/>
          <p:nvPr/>
        </p:nvSpPr>
        <p:spPr>
          <a:xfrm>
            <a:off x="763100" y="1283570"/>
            <a:ext cx="4125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C000"/>
                </a:solidFill>
              </a:rPr>
              <a:t>Piel y tejido graso subcutáneo (no interesa)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3E6040-674E-499C-B7CB-AE4FDC2BCFBE}"/>
              </a:ext>
            </a:extLst>
          </p:cNvPr>
          <p:cNvSpPr txBox="1"/>
          <p:nvPr/>
        </p:nvSpPr>
        <p:spPr>
          <a:xfrm>
            <a:off x="1267781" y="3105834"/>
            <a:ext cx="2903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Músculo tibial anterior (las fibras tienes diferentes direcciones y en la zona </a:t>
            </a:r>
            <a:r>
              <a:rPr lang="es-ES" sz="1200" b="1" dirty="0" err="1">
                <a:solidFill>
                  <a:srgbClr val="FF0000"/>
                </a:solidFill>
              </a:rPr>
              <a:t>próximal</a:t>
            </a:r>
            <a:r>
              <a:rPr lang="es-ES" sz="1200" b="1" dirty="0">
                <a:solidFill>
                  <a:srgbClr val="FF0000"/>
                </a:solidFill>
              </a:rPr>
              <a:t> es bastante grueso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E5E61E-7CA9-473D-A114-25AD92333197}"/>
              </a:ext>
            </a:extLst>
          </p:cNvPr>
          <p:cNvSpPr txBox="1"/>
          <p:nvPr/>
        </p:nvSpPr>
        <p:spPr>
          <a:xfrm>
            <a:off x="1065097" y="5141749"/>
            <a:ext cx="336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Todo lo que se ve por debajo de la cortical de la tibia es sombra acústica, no analizable. Suele quedar en un lateral de la imagen</a:t>
            </a:r>
          </a:p>
        </p:txBody>
      </p:sp>
      <p:pic>
        <p:nvPicPr>
          <p:cNvPr id="10" name="Imagen 9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81480AA9-5A3D-4589-955F-3ADE95D15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5" t="9663" r="15588" b="8504"/>
          <a:stretch/>
        </p:blipFill>
        <p:spPr>
          <a:xfrm>
            <a:off x="6280727" y="1214582"/>
            <a:ext cx="5569527" cy="4785935"/>
          </a:xfrm>
          <a:prstGeom prst="rect">
            <a:avLst/>
          </a:prstGeom>
        </p:spPr>
      </p:pic>
      <p:sp>
        <p:nvSpPr>
          <p:cNvPr id="25" name="Subtítulo 2">
            <a:extLst>
              <a:ext uri="{FF2B5EF4-FFF2-40B4-BE49-F238E27FC236}">
                <a16:creationId xmlns:a16="http://schemas.microsoft.com/office/drawing/2014/main" id="{40876452-5458-425D-B7BF-DFE1016FC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235727"/>
            <a:ext cx="7620000" cy="77565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Músculo tibial anterior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616BE533-3846-4E01-8F9E-492175618BA4}"/>
                  </a:ext>
                </a:extLst>
              </p14:cNvPr>
              <p14:cNvContentPartPr/>
              <p14:nvPr/>
            </p14:nvContentPartPr>
            <p14:xfrm>
              <a:off x="341244" y="1818887"/>
              <a:ext cx="4349520" cy="2793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616BE533-3846-4E01-8F9E-492175618B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604" y="1810247"/>
                <a:ext cx="436716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EEFC4CC9-7CF6-46AF-8BAE-9EDC47FD474F}"/>
                  </a:ext>
                </a:extLst>
              </p14:cNvPr>
              <p14:cNvContentPartPr/>
              <p14:nvPr/>
            </p14:nvContentPartPr>
            <p14:xfrm>
              <a:off x="357084" y="3694127"/>
              <a:ext cx="4417920" cy="8053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EEFC4CC9-7CF6-46AF-8BAE-9EDC47FD47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444" y="3685487"/>
                <a:ext cx="443556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B78C16C7-BA1B-4D33-89A1-D2522856E283}"/>
                  </a:ext>
                </a:extLst>
              </p14:cNvPr>
              <p14:cNvContentPartPr/>
              <p14:nvPr/>
            </p14:nvContentPartPr>
            <p14:xfrm>
              <a:off x="3417444" y="3825887"/>
              <a:ext cx="1431000" cy="7376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B78C16C7-BA1B-4D33-89A1-D2522856E2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9444" y="3807887"/>
                <a:ext cx="1466640" cy="77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31D3B827-FFB4-4326-8CC3-CE6D3865BB27}"/>
              </a:ext>
            </a:extLst>
          </p:cNvPr>
          <p:cNvGrpSpPr/>
          <p:nvPr/>
        </p:nvGrpSpPr>
        <p:grpSpPr>
          <a:xfrm>
            <a:off x="1957644" y="5467487"/>
            <a:ext cx="360" cy="360"/>
            <a:chOff x="1957644" y="546748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DE48A63-F5FD-4C97-A8BA-8608C5999643}"/>
                    </a:ext>
                  </a:extLst>
                </p14:cNvPr>
                <p14:cNvContentPartPr/>
                <p14:nvPr/>
              </p14:nvContentPartPr>
              <p14:xfrm>
                <a:off x="1957644" y="5467487"/>
                <a:ext cx="360" cy="3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DE48A63-F5FD-4C97-A8BA-8608C599964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39644" y="544984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C7E020E-98E9-48FE-BFD9-408FDB210F46}"/>
                    </a:ext>
                  </a:extLst>
                </p14:cNvPr>
                <p14:cNvContentPartPr/>
                <p14:nvPr/>
              </p14:nvContentPartPr>
              <p14:xfrm>
                <a:off x="1957644" y="5467487"/>
                <a:ext cx="360" cy="3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C7E020E-98E9-48FE-BFD9-408FDB210F4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39644" y="544984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4925F5FF-A8BB-4673-B362-F43DA8DEEF23}"/>
                  </a:ext>
                </a:extLst>
              </p14:cNvPr>
              <p14:cNvContentPartPr/>
              <p14:nvPr/>
            </p14:nvContentPartPr>
            <p14:xfrm>
              <a:off x="313884" y="1623767"/>
              <a:ext cx="4447080" cy="2793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4925F5FF-A8BB-4673-B362-F43DA8DEEF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884" y="1615127"/>
                <a:ext cx="44647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95B59F4-0846-4AF7-9EC4-656FED62DAFE}"/>
                  </a:ext>
                </a:extLst>
              </p14:cNvPr>
              <p14:cNvContentPartPr/>
              <p14:nvPr/>
            </p14:nvContentPartPr>
            <p14:xfrm>
              <a:off x="322884" y="1209047"/>
              <a:ext cx="4426920" cy="1123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95B59F4-0846-4AF7-9EC4-656FED62DA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244" y="1200047"/>
                <a:ext cx="4444560" cy="1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752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238</Words>
  <Application>Microsoft Office PowerPoint</Application>
  <PresentationFormat>Panorámica</PresentationFormat>
  <Paragraphs>18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Aharoni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Gey Rivers</dc:creator>
  <cp:lastModifiedBy>Gey Rivers</cp:lastModifiedBy>
  <cp:revision>5</cp:revision>
  <dcterms:created xsi:type="dcterms:W3CDTF">2022-06-23T14:49:04Z</dcterms:created>
  <dcterms:modified xsi:type="dcterms:W3CDTF">2022-06-23T15:17:15Z</dcterms:modified>
</cp:coreProperties>
</file>